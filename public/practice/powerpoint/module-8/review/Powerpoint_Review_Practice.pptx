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omments/modernComment_259_5FA3FDF2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EDDA33-EFA5-4C47-B958-C88D1E537477}" name="Marcus Bell" initials="MB" userId="Marcus Bell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microsoft.com/office/2018/10/relationships/authors" Target="authors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Families reached by site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Families reached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Main office</c:v>
                </c:pt>
                <c:pt idx="1">
                  <c:v>Brookview Center</c:v>
                </c:pt>
                <c:pt idx="2">
                  <c:v>Mobile clinic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150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259_5FA3FD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D247FC-B4CA-4416-9D40-7FE20E1CFD4E}" authorId="{A6EDDA33-EFA5-4C47-B958-C88D1E537477}" created="2026-10-19T15:24:00.000">
    <pc:sldMkLst xmlns:pc="http://schemas.microsoft.com/office/powerpoint/2013/main/command">
      <pc:docMk/>
      <pc:sldMk cId="1604582898" sldId="259"/>
    </pc:sldMkLst>
    <p188:txBody>
      <a:bodyPr/>
      <a:lstStyle/>
      <a:p>
        <a:r>
          <a:rPr lang="en-US"/>
          <a:t>Can we lock in the meeting date before this goes out?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Internal: confirm these numbers with Brookview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9_5FA3FDF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Community Health Partnership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Lakeside Medical Associates and Brookview Family Services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892487530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Program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Increase flu vacinations by 15%</a:t>
            </a:r>
          </a:p>
          <a:p>
            <a:pPr/>
            <a:r>
              <a:t>Reach 500 families this winter</a:t>
            </a:r>
          </a:p>
          <a:p>
            <a:pPr/>
            <a:r>
              <a:t>Share resources with partner clinics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11291296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Outreach Resluts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Events held: 12</a:t>
            </a:r>
          </a:p>
          <a:p>
            <a:pPr/>
            <a:r>
              <a:t>Families reached: 430</a:t>
            </a:r>
          </a:p>
          <a:p>
            <a:pPr/>
            <a:r>
              <a:t>Vaccines given: 610</a:t>
            </a:r>
          </a:p>
        </p:txBody>
      </p:sp>
      <p:graphicFrame>
        <p:nvGraphicFramePr>
          <p:cNvPr id="4" name="Families Chart"/>
          <p:cNvGraphicFramePr>
            <a:graphicFrameLocks noGrp="1"/>
          </p:cNvGraphicFramePr>
          <p:nvPr/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1767729835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Schedule the Febuary planning meeting</a:t>
            </a:r>
          </a:p>
          <a:p>
            <a:pPr/>
            <a:r>
              <a:t>Confirm the volunter roster</a:t>
            </a:r>
          </a:p>
          <a:p>
            <a:pPr/>
            <a:r>
              <a:t>Send the final report to Brookview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604582898"/>
    </p:ex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65530006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Health Partnership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
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6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27B99-7CB5-4008-ADB6-D2FE2DC161DE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9645-B7E5-4446-8E29-AF73FC225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6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5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3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7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0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5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2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4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92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124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Staff Meeting · Lakeside Medical Associates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087484152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Visits up 9% this quarter</a:t>
            </a:r>
          </a:p>
          <a:p>
            <a:pPr/>
            <a:r>
              <a:t>Two new providers started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730828984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Survey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Overall rating: 4.6 out of 5</a:t>
            </a:r>
          </a:p>
          <a:p>
            <a:pPr/>
            <a:r>
              <a:t>Most praised: the front desk</a:t>
            </a:r>
          </a:p>
          <a:p>
            <a:pPr/>
            <a:r>
              <a:t>Top concern: wait times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536969933"/>
    </p:ext>
  </p:extLs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We’re Changing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Text alerts when providers run late</a:t>
            </a:r>
          </a:p>
          <a:p>
            <a:pPr/>
            <a:r>
              <a:t>A second check-in kiosk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054875669"/>
    </p:ext>
  </p:extLs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Holiday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Closed Thanksgiving Day and the day after</a:t>
            </a:r>
          </a:p>
          <a:p>
            <a:pPr/>
            <a:r>
              <a:t>Closed Christmas Day</a:t>
            </a:r>
          </a:p>
          <a:p>
            <a:pPr/>
            <a:r>
              <a:t>Phones forward to the answering service when we are closed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525077618"/>
    </p:ext>
  </p:extLs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 desk team: survey shout-outs</a:t>
            </a:r>
          </a:p>
          <a:p>
            <a:pPr/>
            <a:r>
              <a:t>Billing team: fewest claim denials this year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398345524"/>
    </p:ext>
  </p:extLs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572420227"/>
    </p:ext>
  </p:extLs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Wait Times by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Monday: 21 minutes</a:t>
            </a:r>
          </a:p>
          <a:p>
            <a:pPr/>
            <a:r>
              <a:t>Wednesday: 12 minutes</a:t>
            </a:r>
          </a:p>
          <a:p>
            <a:pPr/>
            <a:r>
              <a:t>Friday: 18 minutes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201413187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DocSecurity>0</DocSecurity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Update</dc:title>
  <dc:creator>BEOC Digital</dc:creator>
  <cp:lastModifiedBy>BEOC Digital</cp:lastModifiedBy>
  <cp:revision>1</cp:revision>
  <dcterms:created xsi:type="dcterms:W3CDTF">2026-10-21T12:00:00Z</dcterms:created>
  <dcterms:modified xsi:type="dcterms:W3CDTF">2026-10-21T12:00:00Z</dcterms:modified>
  <dc:subject/>
  <dc:description>Practice file for beocdigital.org. Fictional content.</dc:description>
  <cp:keywords/>
  <cp:category/>
</cp:coreProperties>
</file>
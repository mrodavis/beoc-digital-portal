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7B99-7CB5-4008-ADB6-D2FE2DC161DE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9645-B7E5-4446-8E29-AF73FC22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6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0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 Hire Onboarding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Lakeside Medical Associates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754754855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Aboard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Your first two weeks are mapped out for you</a:t>
            </a:r>
          </a:p>
          <a:p>
            <a:pPr/>
            <a:r>
              <a:t>Ask questions early and often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388698375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Accept the offer</a:t>
            </a:r>
          </a:p>
          <a:p>
            <a:pPr/>
            <a:r>
              <a:t>Complete HR paperwork</a:t>
            </a:r>
          </a:p>
          <a:p>
            <a:pPr/>
            <a:r>
              <a:t>Attend orientation</a:t>
            </a:r>
          </a:p>
          <a:p>
            <a:pPr/>
            <a:r>
              <a:t>Shadow a team member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468551347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Who’s Who on Your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Practice manager: schedules and time off</a:t>
            </a:r>
          </a:p>
          <a:p>
            <a:pPr/>
            <a:r>
              <a:t>Front desk lead: check-in questions</a:t>
            </a:r>
          </a:p>
          <a:p>
            <a:pPr/>
            <a:r>
              <a:t>Clinical team lead: patient care training</a:t>
            </a:r>
          </a:p>
          <a:p>
            <a:pPr/>
            <a:r>
              <a:t>Billing specialist: insurance questions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323345915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Hire Onboarding</dc:title>
  <dc:creator>BEOC Digital</dc:creator>
  <cp:lastModifiedBy>BEOC Digital</cp:lastModifiedBy>
  <cp:revision>1</cp:revision>
  <dcterms:created xsi:type="dcterms:W3CDTF">2026-10-21T12:00:00Z</dcterms:created>
  <dcterms:modified xsi:type="dcterms:W3CDTF">2026-10-21T12:00:00Z</dcterms:modified>
  <dc:subject/>
  <dc:description>Practice file for beocdigital.org. Fictional content.</dc:description>
  <cp:keywords/>
  <cp:category/>
</cp:coreProperties>
</file>
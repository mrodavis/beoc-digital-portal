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sldIdLst>
    <p:sldId id="256" r:id="rId7"/>
    <p:sldId id="257" r:id="rId6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6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27B99-7CB5-4008-ADB6-D2FE2DC161DE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9645-B7E5-4446-8E29-AF73FC225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four figures as the chart data on your new Regional Sales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6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5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3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7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0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5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2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4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92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124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cent Bar"/>
          <p:cNvSpPr/>
          <p:nvPr userDrawn="1"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Sales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First Quarter 2026 · Harbor Point Office Supply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265888883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Total sales: $157,600</a:t>
            </a:r>
          </a:p>
          <a:p>
            <a:pPr/>
            <a:r>
              <a:t>East region led for the second quarter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516153069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Sales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North: $42,000</a:t>
            </a:r>
          </a:p>
          <a:p>
            <a:pPr/>
            <a:r>
              <a:t>South: $35,500</a:t>
            </a:r>
          </a:p>
          <a:p>
            <a:pPr/>
            <a:r>
              <a:t>East: $51,200</a:t>
            </a:r>
          </a:p>
          <a:p>
            <a:pPr/>
            <a:r>
              <a:t>West: $28,900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983102212"/>
    </p:ext>
  </p:extLst>
</p:sld>
</file>

<file path=ppt/theme/theme1.xml><?xml version="1.0" encoding="utf-8"?>
<a:theme xmlns:a="http://schemas.openxmlformats.org/drawingml/2006/main" name="Harbor Point">
  <a:themeElements>
    <a:clrScheme name="Harbor Point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DocSecurity>0</DocSecurity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Sales Review</dc:title>
  <dc:creator>BEOC Digital</dc:creator>
  <cp:lastModifiedBy>BEOC Digital</cp:lastModifiedBy>
  <cp:revision>1</cp:revision>
  <dcterms:created xsi:type="dcterms:W3CDTF">2026-10-21T12:00:00Z</dcterms:created>
  <dcterms:modified xsi:type="dcterms:W3CDTF">2026-10-21T12:00:00Z</dcterms:modified>
  <dc:subject/>
  <dc:description>Practice file for beocdigital.org. Fictional content.</dc:description>
  <cp:keywords/>
  <cp:category/>
</cp:coreProperties>
</file>
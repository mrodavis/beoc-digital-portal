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use these details for the rows of the Quarterly Schedule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Regional Sales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Brightline Office Supply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682973157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Orders up 8% over last quarter</a:t>
            </a:r>
          </a:p>
          <a:p>
            <a:pPr/>
            <a:r>
              <a:t>Two new regional accounts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519449055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Status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Q1 · North · Dana Whitfield · Complete</a:t>
            </a:r>
          </a:p>
          <a:p>
            <a:pPr/>
            <a:r>
              <a:t>Q2 · South · Marcus Bell · Complete</a:t>
            </a:r>
          </a:p>
          <a:p>
            <a:pPr/>
            <a:r>
              <a:t>Q3 · East · Priya Shah · In Progress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702549156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Sales Update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
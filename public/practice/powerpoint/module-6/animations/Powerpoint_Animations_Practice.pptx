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256" r:id="rId7"/>
    <p:sldId id="257" r:id="rId6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6" autoAdjust="0"/>
    <p:restoredTop sz="94660"/>
  </p:normalViewPr>
  <p:slideViewPr>
    <p:cSldViewPr snapToGrid="0">
      <p:cViewPr varScale="1">
        <p:scale>
          <a:sx n="75" d="100"/>
          <a:sy n="75" d="100"/>
        </p:scale>
        <p:origin x="45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7B99-7CB5-4008-ADB6-D2FE2DC161DE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39645-B7E5-4446-8E29-AF73FC225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6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7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7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0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4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9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24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A72B7-B2BC-4B02-897B-BE601CCB001F}" type="datetimeFigureOut">
              <a:rPr lang="en-US" smtClean="0"/>
              <a:t>2/10/16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644A-E272-4EF8-B712-B4F6F5ABC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Patient Check-In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 Desk Training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349164035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Stages of Check-In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Greet the patient</a:t>
            </a:r>
          </a:p>
          <a:p>
            <a:pPr/>
            <a:r>
              <a:t>Verify identity and insurance</a:t>
            </a:r>
          </a:p>
          <a:p>
            <a:pPr/>
            <a:r>
              <a:t>Update the chart</a:t>
            </a:r>
          </a:p>
          <a:p>
            <a:pPr/>
            <a:r>
              <a:t>Direct the patient to the waiting area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74093141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Patients Wait</a:t>
            </a:r>
          </a:p>
        </p:txBody>
      </p:sp>
      <p:pic>
        <p:nvPicPr>
          <p:cNvPr id="3" name="Waiting Area Picture" descr="Illustration of the clinic waiting area with chairs, a plant, and the check-in de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035040" cy="4023360"/>
          </a:xfrm>
          <a:prstGeom prst="rect">
            <a:avLst/>
          </a:prstGeom>
        </p:spPr>
      </p:pic>
      <p:sp>
        <p:nvSpPr>
          <p:cNvPr id="4" name="Kiosks Arrow"/>
          <p:cNvSpPr/>
          <p:nvPr/>
        </p:nvSpPr>
        <p:spPr>
          <a:xfrm>
            <a:off x="7680960" y="3017520"/>
            <a:ext cx="3108960" cy="128016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</a:rPr>
              <a:t>Kiosks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762119458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Check-In Process</dc:title>
  <dc:creator>BEOC Digital</dc:creator>
  <cp:lastModifiedBy>BEOC Digital</cp:lastModifiedBy>
  <cp:revision>1</cp:revision>
  <dcterms:created xsi:type="dcterms:W3CDTF">2026-10-21T12:00:00Z</dcterms:created>
  <dcterms:modified xsi:type="dcterms:W3CDTF">2026-10-21T12:00:00Z</dcterms:modified>
  <dc:subject/>
  <dc:description>Practice file for beocdigital.org. Fictional content.</dc:description>
  <cp:keywords/>
  <cp:category/>
</cp:coreProperties>
</file>
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notesMasterIdLst>
    <p:notesMasterId r:id="rId8"/>
  </p:notesMasterIdLst>
  <p:sldIdLst>
    <p:sldId id="256" r:id="rId7"/>
    <p:sldId id="257" r:id="rId6"/>
    <p:sldId id="258" r:id="rId5"/>
    <p:sldId id="259" r:id="rId4"/>
    <p:sldId id="260" r:id="rId3"/>
    <p:sldId id="26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46" autoAdjust="0"/>
    <p:restoredTop sz="94660"/>
  </p:normalViewPr>
  <p:slideViewPr>
    <p:cSldViewPr snapToGrid="0">
      <p:cViewPr varScale="1">
        <p:scale>
          <a:sx n="75" d="100"/>
          <a:sy n="75" d="100"/>
        </p:scale>
        <p:origin x="453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6.xml"/><Relationship Id="rId3" Type="http://schemas.openxmlformats.org/officeDocument/2006/relationships/slide" Target="slides/slide5.xml"/><Relationship Id="rId4" Type="http://schemas.openxmlformats.org/officeDocument/2006/relationships/slide" Target="slides/slide4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C27B99-7CB5-4008-ADB6-D2FE2DC161DE}" type="datetimeFigureOut">
              <a:rPr lang="en-US" smtClean="0"/>
              <a:t>2/10/16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E39645-B7E5-4446-8E29-AF73FC225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839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43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561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850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237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077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208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754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929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344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092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6124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ccent Bar"/>
          <p:cNvSpPr/>
          <p:nvPr userDrawn="1"/>
        </p:nvSpPr>
        <p:spPr>
          <a:xfrm>
            <a:off x="0" y="6446520"/>
            <a:ext cx="12192000" cy="4114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75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Board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Q3 2026 · Lakeside Medical Associates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3345893962"/>
    </p:ext>
  </p:extLs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Volume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10,480 visits in Q3</a:t>
            </a:r>
          </a:p>
          <a:p>
            <a:pPr/>
            <a:r>
              <a:t>Up 9% from Q2</a:t>
            </a:r>
          </a:p>
          <a:p>
            <a:pPr/>
            <a:r>
              <a:t>New patients: 1,214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2652981893"/>
    </p:ext>
  </p:extLs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Satisfaction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Overall rating: 4.6 out of 5</a:t>
            </a:r>
          </a:p>
          <a:p>
            <a:pPr/>
            <a:r>
              <a:t>Most praised: the front desk</a:t>
            </a:r>
          </a:p>
          <a:p>
            <a:pPr/>
            <a:r>
              <a:t>Top concern: parking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3492529814"/>
    </p:ext>
  </p:extLs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Where the money went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1046467749"/>
    </p:ext>
  </p:extLs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Spending vs.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Staffing: 3% over plan</a:t>
            </a:r>
          </a:p>
          <a:p>
            <a:pPr/>
            <a:r>
              <a:t>Supplies: on plan</a:t>
            </a:r>
          </a:p>
          <a:p>
            <a:pPr/>
            <a:r>
              <a:t>Equipment: deferred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2637115724"/>
    </p:ext>
  </p:extLs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2736810939"/>
    </p:ext>
  </p:extLst>
</p:sld>
</file>

<file path=ppt/theme/theme1.xml><?xml version="1.0" encoding="utf-8"?>
<a:theme xmlns:a="http://schemas.openxmlformats.org/drawingml/2006/main" name="Lakeside Board">
  <a:themeElements>
    <a:clrScheme name="Lakeside Bo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C0504D"/>
      </a:accent1>
      <a:accent2>
        <a:srgbClr val="4F81B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6</Slides>
  <DocSecurity>0</DocSecurity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Board Update</dc:title>
  <dc:creator>BEOC Digital</dc:creator>
  <cp:lastModifiedBy>BEOC Digital</cp:lastModifiedBy>
  <cp:revision>1</cp:revision>
  <dcterms:created xsi:type="dcterms:W3CDTF">2026-10-21T12:00:00Z</dcterms:created>
  <dcterms:modified xsi:type="dcterms:W3CDTF">2026-10-21T12:00:00Z</dcterms:modified>
  <dc:subject/>
  <dc:description>Practice file for beocdigital.org. Fictional content.</dc:description>
  <cp:keywords/>
  <cp:category/>
</cp:coreProperties>
</file>
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 Band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eocdigital.org/practice/powerpoint/module-6/audio/waiting-room-music.mp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Lakeside Medical Associates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Please check in at the kiosk or front desk</a:t>
            </a:r>
          </a:p>
        </p:txBody>
      </p:sp>
      <p:sp>
        <p:nvSpPr>
          <p:cNvPr id="4" name="Practice Note"/>
          <p:cNvSpPr txBox="1"/>
          <p:nvPr/>
        </p:nvSpPr>
        <p:spPr>
          <a:xfrm>
            <a:off x="822960" y="55321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95959"/>
                </a:solidFill>
              </a:rPr>
              <a:t>Practice note: insert any audio file from your computer on this slide, then delete this note. No audio file? Download the 60-second sample: </a:t>
            </a:r>
            <a:r>
              <a:rPr sz="1600" i="1">
                <a:hlinkClick r:id="rId2"/>
              </a:rPr>
              <a:t>waiting-room-music.mp3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001637742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 Shots Are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Walk-ins every Tuesday</a:t>
            </a:r>
          </a:p>
          <a:p>
            <a:pPr/>
            <a:r>
              <a:t>Ask your provider today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06955028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 Up for the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See test results</a:t>
            </a:r>
          </a:p>
          <a:p>
            <a:pPr/>
            <a:r>
              <a:t>Message your care team</a:t>
            </a:r>
          </a:p>
          <a:p>
            <a:pPr/>
            <a:r>
              <a:t>Request refills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713829628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Wi-Fi for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Network: Lakeside-Guest</a:t>
            </a:r>
          </a:p>
          <a:p>
            <a:pPr/>
            <a:r>
              <a:t>No password needed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742362918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for Your Patience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000553904"/>
    </p:ext>
  </p:extLst>
</p:sld>
</file>

<file path=ppt/theme/theme1.xml><?xml version="1.0" encoding="utf-8"?>
<a:theme xmlns:a="http://schemas.openxmlformats.org/drawingml/2006/main" name="Lakeside Calm">
  <a:themeElements>
    <a:clrScheme name="Lakeside Calm">
      <a:dk1>
        <a:sysClr val="windowText" lastClr="000000"/>
      </a:dk1>
      <a:lt1>
        <a:sysClr val="window" lastClr="FFFFFF"/>
      </a:lt1>
      <a:dk2>
        <a:srgbClr val="1B3A4B"/>
      </a:dk2>
      <a:lt2>
        <a:srgbClr val="E6F2F3"/>
      </a:lt2>
      <a:accent1>
        <a:srgbClr val="1F8C96"/>
      </a:accent1>
      <a:accent2>
        <a:srgbClr val="F2A541"/>
      </a:accent2>
      <a:accent3>
        <a:srgbClr val="5B9BD5"/>
      </a:accent3>
      <a:accent4>
        <a:srgbClr val="7FB77E"/>
      </a:accent4>
      <a:accent5>
        <a:srgbClr val="8E6C8A"/>
      </a:accent5>
      <a:accent6>
        <a:srgbClr val="D9534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Waiting Room Display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
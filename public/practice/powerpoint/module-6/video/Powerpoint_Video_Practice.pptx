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eocdigital.org/practice/powerpoint/module-6/video/handwashing-steps.mp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Infection Control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Staff Requirement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943590687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Hand Hygiene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Hands can carry germs from one patient to the next</a:t>
            </a:r>
          </a:p>
          <a:p>
            <a:pPr/>
            <a:r>
              <a:t>Clean hands help prevent the spread of infections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077890850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Watch: Proper Hand Washing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ractice Note"/>
          <p:cNvSpPr txBox="1"/>
          <p:nvPr/>
        </p:nvSpPr>
        <p:spPr>
          <a:xfrm>
            <a:off x="822960" y="56692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95959"/>
                </a:solidFill>
              </a:rPr>
              <a:t>Practice note: insert a video from your computer in the box above, then delete this note. No video? Download the 30-second sample: </a:t>
            </a:r>
            <a:r>
              <a:rPr sz="1600" i="1">
                <a:hlinkClick r:id="rId2"/>
              </a:rPr>
              <a:t>handwashing-steps.mp4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231480863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Practice at the demo sink</a:t>
            </a:r>
          </a:p>
          <a:p>
            <a:pPr/>
            <a:r>
              <a:t>Ask the infection control nurse for feedback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92607394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Infection Control Training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